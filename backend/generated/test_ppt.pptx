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排序算法入门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什么是排序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排序是将一组数据按特定顺序排列的过程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冒泡排序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比较相邻元素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交换不符合顺序的元素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重复直到完全有序</a:t>
            </a:r>
          </a:p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时间复杂度 O(n^2)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