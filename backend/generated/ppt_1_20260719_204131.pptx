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B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7DC8FF"/>
                </a:solidFill>
              </a:defRPr>
            </a:pPr>
            <a:r>
              <a:t>AI 生成课件</a:t>
            </a:r>
          </a:p>
        </p:txBody>
      </p:sp>
      <p:sp>
        <p:nvSpPr>
          <p:cNvPr id="3" name="Rectangle 2"/>
          <p:cNvSpPr/>
          <p:nvPr/>
        </p:nvSpPr>
        <p:spPr>
          <a:xfrm>
            <a:off x="914400" y="1645920"/>
            <a:ext cx="2743200" cy="38100"/>
          </a:xfrm>
          <a:prstGeom prst="rect">
            <a:avLst/>
          </a:prstGeom>
          <a:solidFill>
            <a:srgbClr val="7D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920240"/>
            <a:ext cx="128016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2000">
                <a:solidFill>
                  <a:srgbClr val="D0D0D0"/>
                </a:solidFill>
              </a:defRPr>
            </a:pPr>
            <a: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0" y="758952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555555"/>
                </a:solidFill>
              </a:defRPr>
            </a:pPr>
            <a:r>
              <a:t>AlgoAscend AI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