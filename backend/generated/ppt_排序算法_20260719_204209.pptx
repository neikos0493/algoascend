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AI 生成课件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ai自己写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