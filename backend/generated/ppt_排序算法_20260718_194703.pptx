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排序算法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冒泡排序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O(n^2)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快速排序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O(n 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