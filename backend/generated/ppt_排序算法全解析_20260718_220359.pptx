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排序算法全解析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幻灯片1：封面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标题：排序算法全解析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副标题：从冒泡排序到快速排序，一文掌握核心排序算法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作者/日期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幻灯片2：目录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1. 排序算法概述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2. 冒泡排序（Bubble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3. 选择排序（Selection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4. 插入排序（Insertion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5. 希尔排序（Shell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6. 归并排序（Merge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7. 快速排序（Quick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8. 堆排序（Heap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9. 计数排序（Counting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10. 桶排序（Bucket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11. 基数排序（Radix Sort）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12. 排序算法对比总结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幻灯片3：排序算法概述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什么是排序？将一组数据按照特定顺序重新排列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排序算法的评价维度：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时间复杂度（最好、最坏、平均）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空间复杂度（是否原地排序）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稳定性（相等元素的相对顺序是否保持不变）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自适应性（是否利用已有顺序信息）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分类：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比较排序 vs 非比较排序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原地排序 vs 非原地排序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稳定排序 vs 不稳定排序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幻灯片4：冒泡排序（Bubble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核心思想：重复遍历数组，比较相邻元素，顺序错误则交换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优化：设置标志位 flag，若一轮无交换则提前终止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时间复杂度：最好 O(n)，最坏 O(n²)，平均 O(n²)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空间复杂度：O(1)，原地排序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稳定性：稳定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适用场景：数据量小或基本有序的数据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幻灯片5：选择排序（Selection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核心思想：每轮从未排序区间选出最小元素，放到已排序区间末尾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时间复杂度：最好 O(n²)，最坏 O(n²)，平均 O(n²)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空间复杂度：O(1)，原地排序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稳定性：不稳定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适用场景：数据量较小，不要求稳定性的场景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幻灯片6：插入排序（Insertion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核心思想：将未排序元素插入到已排序区间的正确位置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时间复杂度：最好 O(n)，最坏 O(n²)，平均 O(n²)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空间复杂度：O(1)，原地排序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稳定性：稳定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特点：小数据量下表现优秀，常作为高级排序的辅助算法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适用场景：小规模数据或基本有序的数据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幻灯片7：希尔排序（Shell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核心思想：将数组按间隔分组，对每组进行插入排序，逐步缩小间隔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时间复杂度：取决于间隔序列，平均约 O(n^1.3)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空间复杂度：O(1)，原地排序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稳定性：不稳定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特点：插入排序的改进版，突破了 O(n²) 的瓶颈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幻灯片8：归并排序（Merge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核心思想：分治策略——将数组分成两半，分别排序后合并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时间复杂度：O(n log n)（最好、最坏、平均一致）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空间复杂度：O(n)，非原地排序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稳定性：稳定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特点：性能稳定，不受输入数据影响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适用场景：大数据量、要求稳定性的场景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幻灯片9：快速排序（Quick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核心思想：选基准数（pivot），将数组分成小于和大于两部分，递归处理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时间复杂度：平均 O(n log n)，最坏 O(n²)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空间复杂度：O(log n)（递归栈），原地排序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稳定性：不稳定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优化：随机基准数、三数取中法、尾递归优化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适用场景：大数据量，是实际应用中最常用的排序算法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幻灯片10：堆排序（Heap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核心思想：利用最大堆（或最小堆）进行排序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建堆：将数组构建为最大堆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排序：不断取堆顶元素放到末尾，调整堆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时间复杂度：O(n log n)（最好、最坏、平均一致）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空间复杂度：O(1)，原地排序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稳定性：不稳定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特点：性能稳定，无需额外空间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幻灯片11：计数排序（Counting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核心思想：统计每个元素出现的次数，利用计数数组直接定位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时间复杂度：O(n + k)，k 为数据范围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空间复杂度：O(k)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稳定性：稳定（从后往前填充时）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限制：仅适用于整数，数据范围不能太大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适用场景：数据量大但数据范围有限的场景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幻灯片12：桶排序（Bucket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核心思想：分治——将数据分配到多个桶中，桶内分别排序后合并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时间复杂度：平均 O(n + k)，最坏 O(n²)（数据集中到一个桶）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空间复杂度：O(n + k)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稳定性：取决于桶内排序算法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适用场景：数据均匀分布的大规模数据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注意：关键是要实现数据的平均分配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幻灯片13：基数排序（Radix 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核心思想：按位排序，从最低有效位到最高有效位逐位排序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时间复杂度：O(d × (n + k))，d 为位数，k 为基数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空间复杂度：O(n + k)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稳定性：稳定（使用稳定排序按位排序时）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适用场景：数据可表示为固定位数的数字（如整数、字符串）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幻灯片14：排序算法对比总表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表格对比所有算法的：时间复杂度（最坏/平均/最好）、空间复杂度、稳定性、是否原地、是否基于比较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幻灯片15：如何选择合适的排序算法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数据量小（&lt;50）：插入排序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数据量中等（50~10000）：快速排序（默认首选）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数据量大（&gt;10000）：归并排序、快速排序（优化版）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数据范围有限且为整数：计数排序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数据均匀分布的大数据：桶排序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固定位数的数字/字符串：基数排序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稳定性要求高：归并排序、插入排序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内存受限：堆排序、快速排序（原地）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基本有序的数据：插入排序、冒泡排序（优化版）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幻灯片16：总结与展望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没有万能的排序算法，根据场景选择最合适的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面试中快速排序、归并排序是高频考点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实际开发中大多使用语言内置的排序函数（如C++的sort、Python的sorted）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了解底层原理有助于写出更高效的代码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推荐练习：牛客网排序相关题目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