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binary search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概述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学习目标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基本概念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定义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关键要点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示例说明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详细讲解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原理分析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步骤拆解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注意事项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应用实例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经典例题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实际应用场景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代码示例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总结回顾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重点回顾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易错点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进阶方向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